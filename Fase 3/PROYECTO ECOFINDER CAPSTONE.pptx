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8288000" cy="10287000"/>
  <p:notesSz cx="6858000" cy="9144000"/>
  <p:embeddedFontLst>
    <p:embeddedFont>
      <p:font typeface="Bricolage Grotesque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sO3YGAXKyayX9KsxGOcmsjnYp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106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b6d816f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aab6d816f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ab6d816f8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aab6d816f8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6d816f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aab6d816f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ab6d816f8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aab6d816f8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CFCCED1-1E2F-BB2E-6F8A-6EBAD49DC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>
            <a:extLst>
              <a:ext uri="{FF2B5EF4-FFF2-40B4-BE49-F238E27FC236}">
                <a16:creationId xmlns:a16="http://schemas.microsoft.com/office/drawing/2014/main" id="{4D278E67-5F34-ED7B-FA1C-BADEA51D6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>
            <a:extLst>
              <a:ext uri="{FF2B5EF4-FFF2-40B4-BE49-F238E27FC236}">
                <a16:creationId xmlns:a16="http://schemas.microsoft.com/office/drawing/2014/main" id="{43E04F4D-9DD0-FE88-885E-13B3273A02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403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ab6d816f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aab6d816f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jp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1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hmo0hzVGQ3vQ0XylXN4DWxB53z53PFqH/view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m6fqhKzBLIQnWgfSv9fPNR9RVsrNF9vt/view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08286" y="4072872"/>
            <a:ext cx="14318796" cy="246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9" b="0" i="0" u="none" strike="noStrike" cap="none">
                <a:solidFill>
                  <a:srgbClr val="24341C"/>
                </a:solidFill>
                <a:latin typeface="Arial"/>
                <a:ea typeface="Arial"/>
                <a:cs typeface="Arial"/>
                <a:sym typeface="Arial"/>
              </a:rPr>
              <a:t>PROYECTO “ECO FINDER”</a:t>
            </a:r>
            <a:endParaRPr/>
          </a:p>
          <a:p>
            <a:pPr marL="0" marR="0" lvl="0" indent="0" algn="l" rtl="0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9" b="0" i="0" u="none" strike="noStrike" cap="none">
                <a:solidFill>
                  <a:srgbClr val="24341C"/>
                </a:solidFill>
                <a:latin typeface="Arial"/>
                <a:ea typeface="Arial"/>
                <a:cs typeface="Arial"/>
                <a:sym typeface="Arial"/>
              </a:rPr>
              <a:t>PRESENTACIÓN FINAL CAPSTONE</a:t>
            </a:r>
            <a:endParaRPr/>
          </a:p>
          <a:p>
            <a:pPr marL="0" marR="0" lvl="0" indent="0" algn="ctr" rtl="0">
              <a:lnSpc>
                <a:spcPct val="22039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399" b="0" i="0" u="none" strike="noStrike" cap="none">
              <a:solidFill>
                <a:srgbClr val="2434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 rot="2700000">
            <a:off x="-3885461" y="7056723"/>
            <a:ext cx="11282201" cy="6316502"/>
          </a:xfrm>
          <a:custGeom>
            <a:avLst/>
            <a:gdLst/>
            <a:ahLst/>
            <a:cxnLst/>
            <a:rect l="l" t="t" r="r" b="b"/>
            <a:pathLst>
              <a:path w="11282201" h="6316502" extrusionOk="0">
                <a:moveTo>
                  <a:pt x="0" y="0"/>
                </a:moveTo>
                <a:lnTo>
                  <a:pt x="11282202" y="0"/>
                </a:lnTo>
                <a:lnTo>
                  <a:pt x="11282202" y="6316501"/>
                </a:lnTo>
                <a:lnTo>
                  <a:pt x="0" y="6316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6" name="Google Shape;86;p1"/>
          <p:cNvSpPr/>
          <p:nvPr/>
        </p:nvSpPr>
        <p:spPr>
          <a:xfrm rot="-8319495">
            <a:off x="10576794" y="-3279500"/>
            <a:ext cx="11544459" cy="6463330"/>
          </a:xfrm>
          <a:custGeom>
            <a:avLst/>
            <a:gdLst/>
            <a:ahLst/>
            <a:cxnLst/>
            <a:rect l="l" t="t" r="r" b="b"/>
            <a:pathLst>
              <a:path w="11544459" h="6463330" extrusionOk="0">
                <a:moveTo>
                  <a:pt x="0" y="0"/>
                </a:moveTo>
                <a:lnTo>
                  <a:pt x="11544459" y="0"/>
                </a:lnTo>
                <a:lnTo>
                  <a:pt x="11544459" y="6463330"/>
                </a:lnTo>
                <a:lnTo>
                  <a:pt x="0" y="6463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7" name="Google Shape;87;p1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3" name="Google Shape;93;p2"/>
          <p:cNvSpPr/>
          <p:nvPr/>
        </p:nvSpPr>
        <p:spPr>
          <a:xfrm>
            <a:off x="1869017" y="3370859"/>
            <a:ext cx="3354902" cy="3354887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661" b="-266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7466549" y="3370859"/>
            <a:ext cx="3354902" cy="3354887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8938" b="-8937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13064081" y="3370859"/>
            <a:ext cx="3354902" cy="3354887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1300" b="-1130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1349656" y="7144766"/>
            <a:ext cx="4393625" cy="450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Ignacio Morales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349656" y="7787005"/>
            <a:ext cx="451590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0" marR="0" lvl="1" indent="-226695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Scrum Master, Developer 1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 rot="-8319495">
            <a:off x="10682840" y="-33687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" name="Google Shape;99;p2"/>
          <p:cNvSpPr txBox="1"/>
          <p:nvPr/>
        </p:nvSpPr>
        <p:spPr>
          <a:xfrm>
            <a:off x="6947188" y="7144766"/>
            <a:ext cx="4393625" cy="450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Elías Avendaño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6947188" y="7787005"/>
            <a:ext cx="4928607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0" marR="0" lvl="1" indent="-226695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Owner, Developer 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2544720" y="7144766"/>
            <a:ext cx="4393625" cy="450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Mauricio Piña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2540962" y="7787005"/>
            <a:ext cx="4607618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0" marR="0" lvl="1" indent="-226695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 3, Tester QA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28700" y="1889402"/>
            <a:ext cx="16230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0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INTEGRANTES DEL PROYECTO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 rot="2700000">
            <a:off x="-3887622" y="7058427"/>
            <a:ext cx="11288475" cy="6320015"/>
          </a:xfrm>
          <a:custGeom>
            <a:avLst/>
            <a:gdLst/>
            <a:ahLst/>
            <a:cxnLst/>
            <a:rect l="l" t="t" r="r" b="b"/>
            <a:pathLst>
              <a:path w="11282201" h="6316502" extrusionOk="0">
                <a:moveTo>
                  <a:pt x="0" y="0"/>
                </a:moveTo>
                <a:lnTo>
                  <a:pt x="11282202" y="0"/>
                </a:lnTo>
                <a:lnTo>
                  <a:pt x="11282202" y="6316501"/>
                </a:lnTo>
                <a:lnTo>
                  <a:pt x="0" y="6316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6d816f8_0_5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Google Shape;110;g3aab6d816f8_0_5"/>
          <p:cNvSpPr txBox="1"/>
          <p:nvPr/>
        </p:nvSpPr>
        <p:spPr>
          <a:xfrm>
            <a:off x="1028700" y="2174687"/>
            <a:ext cx="16230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0" i="0" u="none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DESCRIPCIÓN DEL PROYECTO</a:t>
            </a:r>
            <a:endParaRPr/>
          </a:p>
        </p:txBody>
      </p:sp>
      <p:sp>
        <p:nvSpPr>
          <p:cNvPr id="111" name="Google Shape;111;g3aab6d816f8_0_5"/>
          <p:cNvSpPr txBox="1"/>
          <p:nvPr/>
        </p:nvSpPr>
        <p:spPr>
          <a:xfrm>
            <a:off x="6056925" y="3636588"/>
            <a:ext cx="5781000" cy="3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44436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Bricolage Grotesque"/>
              <a:buAutoNum type="arabicPeriod"/>
            </a:pPr>
            <a:r>
              <a:rPr lang="en-US" sz="3399" b="0" i="0" u="sng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Problema o dolor</a:t>
            </a:r>
            <a:endParaRPr sz="3399" b="0" i="0" u="sng" strike="noStrike" cap="non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457200" marR="0" lvl="0" indent="-444436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SzPts val="3399"/>
              <a:buFont typeface="Bricolage Grotesque"/>
              <a:buAutoNum type="arabicPeriod"/>
            </a:pPr>
            <a:r>
              <a:rPr lang="en-US" sz="3399" u="sng">
                <a:latin typeface="Bricolage Grotesque"/>
                <a:ea typeface="Bricolage Grotesque"/>
                <a:cs typeface="Bricolage Grotesque"/>
                <a:sym typeface="Bricolage Grotesque"/>
              </a:rPr>
              <a:t>Propuesta o solución</a:t>
            </a:r>
            <a:endParaRPr sz="3399" u="sng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457200" marR="0" lvl="0" indent="-444436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SzPts val="3399"/>
              <a:buFont typeface="Bricolage Grotesque"/>
              <a:buAutoNum type="arabicPeriod"/>
            </a:pPr>
            <a:r>
              <a:rPr lang="en-US" sz="3399" u="sng">
                <a:latin typeface="Bricolage Grotesque"/>
                <a:ea typeface="Bricolage Grotesque"/>
                <a:cs typeface="Bricolage Grotesque"/>
                <a:sym typeface="Bricolage Grotesque"/>
              </a:rPr>
              <a:t>Objetivo general</a:t>
            </a:r>
            <a:endParaRPr sz="3399" u="sng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457200" marR="0" lvl="0" indent="-444436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SzPts val="3399"/>
              <a:buFont typeface="Bricolage Grotesque"/>
              <a:buAutoNum type="arabicPeriod"/>
            </a:pPr>
            <a:r>
              <a:rPr lang="en-US" sz="3399" u="sng">
                <a:latin typeface="Bricolage Grotesque"/>
                <a:ea typeface="Bricolage Grotesque"/>
                <a:cs typeface="Bricolage Grotesque"/>
                <a:sym typeface="Bricolage Grotesque"/>
              </a:rPr>
              <a:t>Objetivo específicos</a:t>
            </a:r>
            <a:endParaRPr sz="3399" u="sng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457200" marR="0" lvl="0" indent="-444436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SzPts val="3399"/>
              <a:buFont typeface="Bricolage Grotesque"/>
              <a:buAutoNum type="arabicPeriod"/>
            </a:pPr>
            <a:r>
              <a:rPr lang="en-US" sz="3399" u="sng">
                <a:latin typeface="Bricolage Grotesque"/>
                <a:ea typeface="Bricolage Grotesque"/>
                <a:cs typeface="Bricolage Grotesque"/>
                <a:sym typeface="Bricolage Grotesque"/>
              </a:rPr>
              <a:t>Alcances</a:t>
            </a:r>
            <a:endParaRPr sz="3399" u="sng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457200" marR="0" lvl="0" indent="-444436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SzPts val="3399"/>
              <a:buFont typeface="Bricolage Grotesque"/>
              <a:buAutoNum type="arabicPeriod"/>
            </a:pPr>
            <a:r>
              <a:rPr lang="en-US" sz="3399" u="sng">
                <a:latin typeface="Bricolage Grotesque"/>
                <a:ea typeface="Bricolage Grotesque"/>
                <a:cs typeface="Bricolage Grotesque"/>
                <a:sym typeface="Bricolage Grotesque"/>
              </a:rPr>
              <a:t>Limitaciones del proyecto</a:t>
            </a:r>
            <a:endParaRPr sz="3399" u="sng"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12" name="Google Shape;112;g3aab6d816f8_0_5"/>
          <p:cNvSpPr/>
          <p:nvPr/>
        </p:nvSpPr>
        <p:spPr>
          <a:xfrm rot="-8319133">
            <a:off x="10690828" y="-3360246"/>
            <a:ext cx="11191195" cy="6265550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Google Shape;113;g3aab6d816f8_0_5"/>
          <p:cNvSpPr/>
          <p:nvPr/>
        </p:nvSpPr>
        <p:spPr>
          <a:xfrm rot="2700000">
            <a:off x="-3887622" y="7058427"/>
            <a:ext cx="11288475" cy="6320015"/>
          </a:xfrm>
          <a:custGeom>
            <a:avLst/>
            <a:gdLst/>
            <a:ahLst/>
            <a:cxnLst/>
            <a:rect l="l" t="t" r="r" b="b"/>
            <a:pathLst>
              <a:path w="11282201" h="6316502" extrusionOk="0">
                <a:moveTo>
                  <a:pt x="0" y="0"/>
                </a:moveTo>
                <a:lnTo>
                  <a:pt x="11282202" y="0"/>
                </a:lnTo>
                <a:lnTo>
                  <a:pt x="11282202" y="6316501"/>
                </a:lnTo>
                <a:lnTo>
                  <a:pt x="0" y="6316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ab6d816f8_0_82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Google Shape;119;g3aab6d816f8_0_82"/>
          <p:cNvSpPr txBox="1"/>
          <p:nvPr/>
        </p:nvSpPr>
        <p:spPr>
          <a:xfrm>
            <a:off x="4339175" y="4455900"/>
            <a:ext cx="11006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u="sng">
                <a:latin typeface="Bricolage Grotesque"/>
                <a:ea typeface="Bricolage Grotesque"/>
                <a:cs typeface="Bricolage Grotesque"/>
                <a:sym typeface="Bricolage Grotesque"/>
              </a:rPr>
              <a:t>Metodología de trabajo para el desarollo del proyecto</a:t>
            </a:r>
            <a:endParaRPr/>
          </a:p>
        </p:txBody>
      </p:sp>
      <p:sp>
        <p:nvSpPr>
          <p:cNvPr id="120" name="Google Shape;120;g3aab6d816f8_0_82"/>
          <p:cNvSpPr/>
          <p:nvPr/>
        </p:nvSpPr>
        <p:spPr>
          <a:xfrm rot="-8319133">
            <a:off x="10690828" y="-3360246"/>
            <a:ext cx="11191195" cy="6265550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Google Shape;121;g3aab6d816f8_0_82"/>
          <p:cNvSpPr/>
          <p:nvPr/>
        </p:nvSpPr>
        <p:spPr>
          <a:xfrm rot="2700000">
            <a:off x="-3887622" y="7058427"/>
            <a:ext cx="11288475" cy="6320015"/>
          </a:xfrm>
          <a:custGeom>
            <a:avLst/>
            <a:gdLst/>
            <a:ahLst/>
            <a:cxnLst/>
            <a:rect l="l" t="t" r="r" b="b"/>
            <a:pathLst>
              <a:path w="11282201" h="6316502" extrusionOk="0">
                <a:moveTo>
                  <a:pt x="0" y="0"/>
                </a:moveTo>
                <a:lnTo>
                  <a:pt x="11282202" y="0"/>
                </a:lnTo>
                <a:lnTo>
                  <a:pt x="11282202" y="6316501"/>
                </a:lnTo>
                <a:lnTo>
                  <a:pt x="0" y="6316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325" y="2605363"/>
            <a:ext cx="14777349" cy="50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b6d816f8_0_58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2" name="Google Shape;132;g3aab6d816f8_0_58"/>
          <p:cNvSpPr txBox="1"/>
          <p:nvPr/>
        </p:nvSpPr>
        <p:spPr>
          <a:xfrm>
            <a:off x="4431775" y="4455900"/>
            <a:ext cx="9525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u="sng">
                <a:latin typeface="Bricolage Grotesque"/>
                <a:ea typeface="Bricolage Grotesque"/>
                <a:cs typeface="Bricolage Grotesque"/>
                <a:sym typeface="Bricolage Grotesque"/>
              </a:rPr>
              <a:t>Cronograma para el desarrollo del proyecto</a:t>
            </a:r>
            <a:endParaRPr/>
          </a:p>
        </p:txBody>
      </p:sp>
      <p:sp>
        <p:nvSpPr>
          <p:cNvPr id="133" name="Google Shape;133;g3aab6d816f8_0_58"/>
          <p:cNvSpPr/>
          <p:nvPr/>
        </p:nvSpPr>
        <p:spPr>
          <a:xfrm rot="-8319133">
            <a:off x="10690828" y="-3360246"/>
            <a:ext cx="11191195" cy="6265550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Google Shape;134;g3aab6d816f8_0_58"/>
          <p:cNvSpPr/>
          <p:nvPr/>
        </p:nvSpPr>
        <p:spPr>
          <a:xfrm rot="2700000">
            <a:off x="-3887622" y="7058427"/>
            <a:ext cx="11288475" cy="6320015"/>
          </a:xfrm>
          <a:custGeom>
            <a:avLst/>
            <a:gdLst/>
            <a:ahLst/>
            <a:cxnLst/>
            <a:rect l="l" t="t" r="r" b="b"/>
            <a:pathLst>
              <a:path w="11282201" h="6316502" extrusionOk="0">
                <a:moveTo>
                  <a:pt x="0" y="0"/>
                </a:moveTo>
                <a:lnTo>
                  <a:pt x="11282202" y="0"/>
                </a:lnTo>
                <a:lnTo>
                  <a:pt x="11282202" y="6316501"/>
                </a:lnTo>
                <a:lnTo>
                  <a:pt x="0" y="6316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/>
          <p:nvPr/>
        </p:nvSpPr>
        <p:spPr>
          <a:xfrm>
            <a:off x="75062" y="367425"/>
            <a:ext cx="18137885" cy="9800526"/>
          </a:xfrm>
          <a:custGeom>
            <a:avLst/>
            <a:gdLst/>
            <a:ahLst/>
            <a:cxnLst/>
            <a:rect l="l" t="t" r="r" b="b"/>
            <a:pathLst>
              <a:path w="13485416" h="6877562" extrusionOk="0">
                <a:moveTo>
                  <a:pt x="0" y="0"/>
                </a:moveTo>
                <a:lnTo>
                  <a:pt x="13485416" y="0"/>
                </a:lnTo>
                <a:lnTo>
                  <a:pt x="13485416" y="6877563"/>
                </a:lnTo>
                <a:lnTo>
                  <a:pt x="0" y="6877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aab6d816f8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4000" y="174588"/>
            <a:ext cx="11819999" cy="993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484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57669" y="486755"/>
            <a:ext cx="18172663" cy="9313490"/>
          </a:xfrm>
          <a:custGeom>
            <a:avLst/>
            <a:gdLst/>
            <a:ahLst/>
            <a:cxnLst/>
            <a:rect l="l" t="t" r="r" b="b"/>
            <a:pathLst>
              <a:path w="18172663" h="9313490" extrusionOk="0">
                <a:moveTo>
                  <a:pt x="0" y="0"/>
                </a:moveTo>
                <a:lnTo>
                  <a:pt x="18172662" y="0"/>
                </a:lnTo>
                <a:lnTo>
                  <a:pt x="18172662" y="9313490"/>
                </a:lnTo>
                <a:lnTo>
                  <a:pt x="0" y="9313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5" name="Google Shape;155;p12"/>
          <p:cNvSpPr/>
          <p:nvPr/>
        </p:nvSpPr>
        <p:spPr>
          <a:xfrm rot="-8319495">
            <a:off x="10682840" y="-33687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6" name="Google Shape;156;p12"/>
          <p:cNvSpPr txBox="1"/>
          <p:nvPr/>
        </p:nvSpPr>
        <p:spPr>
          <a:xfrm>
            <a:off x="6028649" y="4881900"/>
            <a:ext cx="6230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0" i="0" u="sng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Arquitectura del software</a:t>
            </a:r>
            <a:endParaRPr/>
          </a:p>
        </p:txBody>
      </p:sp>
      <p:sp>
        <p:nvSpPr>
          <p:cNvPr id="157" name="Google Shape;157;p12"/>
          <p:cNvSpPr/>
          <p:nvPr/>
        </p:nvSpPr>
        <p:spPr>
          <a:xfrm rot="2700000">
            <a:off x="-3887622" y="7058427"/>
            <a:ext cx="11288475" cy="6320015"/>
          </a:xfrm>
          <a:custGeom>
            <a:avLst/>
            <a:gdLst/>
            <a:ahLst/>
            <a:cxnLst/>
            <a:rect l="l" t="t" r="r" b="b"/>
            <a:pathLst>
              <a:path w="11282201" h="6316502" extrusionOk="0">
                <a:moveTo>
                  <a:pt x="0" y="0"/>
                </a:moveTo>
                <a:lnTo>
                  <a:pt x="11282202" y="0"/>
                </a:lnTo>
                <a:lnTo>
                  <a:pt x="11282202" y="6316501"/>
                </a:lnTo>
                <a:lnTo>
                  <a:pt x="0" y="6316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3">
          <a:extLst>
            <a:ext uri="{FF2B5EF4-FFF2-40B4-BE49-F238E27FC236}">
              <a16:creationId xmlns:a16="http://schemas.microsoft.com/office/drawing/2014/main" id="{E16C0161-7EF3-040E-3849-88033A283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23808A48-6405-DD91-2757-FD81F40B4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314" y="1873949"/>
            <a:ext cx="13839371" cy="65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87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6d816f8_0_75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3" name="Google Shape;163;g3aab6d816f8_0_75"/>
          <p:cNvSpPr/>
          <p:nvPr/>
        </p:nvSpPr>
        <p:spPr>
          <a:xfrm rot="-8319133">
            <a:off x="10690828" y="-3360246"/>
            <a:ext cx="11191195" cy="6265550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4" name="Google Shape;164;g3aab6d816f8_0_75"/>
          <p:cNvSpPr txBox="1"/>
          <p:nvPr/>
        </p:nvSpPr>
        <p:spPr>
          <a:xfrm>
            <a:off x="6028649" y="4881900"/>
            <a:ext cx="6230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u="sng">
                <a:latin typeface="Bricolage Grotesque"/>
                <a:ea typeface="Bricolage Grotesque"/>
                <a:cs typeface="Bricolage Grotesque"/>
                <a:sym typeface="Bricolage Grotesque"/>
              </a:rPr>
              <a:t>Modelo de datos</a:t>
            </a:r>
            <a:endParaRPr/>
          </a:p>
        </p:txBody>
      </p:sp>
      <p:sp>
        <p:nvSpPr>
          <p:cNvPr id="165" name="Google Shape;165;g3aab6d816f8_0_75"/>
          <p:cNvSpPr/>
          <p:nvPr/>
        </p:nvSpPr>
        <p:spPr>
          <a:xfrm rot="2700000">
            <a:off x="-3887622" y="7058427"/>
            <a:ext cx="11288475" cy="6320015"/>
          </a:xfrm>
          <a:custGeom>
            <a:avLst/>
            <a:gdLst/>
            <a:ahLst/>
            <a:cxnLst/>
            <a:rect l="l" t="t" r="r" b="b"/>
            <a:pathLst>
              <a:path w="11282201" h="6316502" extrusionOk="0">
                <a:moveTo>
                  <a:pt x="0" y="0"/>
                </a:moveTo>
                <a:lnTo>
                  <a:pt x="11282202" y="0"/>
                </a:lnTo>
                <a:lnTo>
                  <a:pt x="11282202" y="6316501"/>
                </a:lnTo>
                <a:lnTo>
                  <a:pt x="0" y="6316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/>
          <p:nvPr/>
        </p:nvSpPr>
        <p:spPr>
          <a:xfrm>
            <a:off x="1582892" y="0"/>
            <a:ext cx="14828108" cy="10287000"/>
          </a:xfrm>
          <a:custGeom>
            <a:avLst/>
            <a:gdLst/>
            <a:ahLst/>
            <a:cxnLst/>
            <a:rect l="l" t="t" r="r" b="b"/>
            <a:pathLst>
              <a:path w="14828108" h="10287000" extrusionOk="0">
                <a:moveTo>
                  <a:pt x="0" y="0"/>
                </a:moveTo>
                <a:lnTo>
                  <a:pt x="14828108" y="0"/>
                </a:lnTo>
                <a:lnTo>
                  <a:pt x="1482810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/>
          <p:nvPr/>
        </p:nvSpPr>
        <p:spPr>
          <a:xfrm>
            <a:off x="6733321" y="309740"/>
            <a:ext cx="4821358" cy="5225383"/>
          </a:xfrm>
          <a:custGeom>
            <a:avLst/>
            <a:gdLst/>
            <a:ahLst/>
            <a:cxnLst/>
            <a:rect l="l" t="t" r="r" b="b"/>
            <a:pathLst>
              <a:path w="4821358" h="5225383" extrusionOk="0">
                <a:moveTo>
                  <a:pt x="0" y="0"/>
                </a:moveTo>
                <a:lnTo>
                  <a:pt x="4821358" y="0"/>
                </a:lnTo>
                <a:lnTo>
                  <a:pt x="4821358" y="5225382"/>
                </a:lnTo>
                <a:lnTo>
                  <a:pt x="0" y="5225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6" name="Google Shape;176;p14"/>
          <p:cNvSpPr/>
          <p:nvPr/>
        </p:nvSpPr>
        <p:spPr>
          <a:xfrm>
            <a:off x="808140" y="3430246"/>
            <a:ext cx="4048756" cy="3426509"/>
          </a:xfrm>
          <a:custGeom>
            <a:avLst/>
            <a:gdLst/>
            <a:ahLst/>
            <a:cxnLst/>
            <a:rect l="l" t="t" r="r" b="b"/>
            <a:pathLst>
              <a:path w="4048756" h="3426509" extrusionOk="0">
                <a:moveTo>
                  <a:pt x="0" y="0"/>
                </a:moveTo>
                <a:lnTo>
                  <a:pt x="4048756" y="0"/>
                </a:lnTo>
                <a:lnTo>
                  <a:pt x="4048756" y="3426508"/>
                </a:lnTo>
                <a:lnTo>
                  <a:pt x="0" y="342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7" name="Google Shape;177;p14"/>
          <p:cNvSpPr/>
          <p:nvPr/>
        </p:nvSpPr>
        <p:spPr>
          <a:xfrm>
            <a:off x="7300490" y="6102451"/>
            <a:ext cx="3687019" cy="3732764"/>
          </a:xfrm>
          <a:custGeom>
            <a:avLst/>
            <a:gdLst/>
            <a:ahLst/>
            <a:cxnLst/>
            <a:rect l="l" t="t" r="r" b="b"/>
            <a:pathLst>
              <a:path w="3687019" h="3732764" extrusionOk="0">
                <a:moveTo>
                  <a:pt x="0" y="0"/>
                </a:moveTo>
                <a:lnTo>
                  <a:pt x="3687020" y="0"/>
                </a:lnTo>
                <a:lnTo>
                  <a:pt x="3687020" y="3732764"/>
                </a:lnTo>
                <a:lnTo>
                  <a:pt x="0" y="3732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8" name="Google Shape;178;p14"/>
          <p:cNvSpPr/>
          <p:nvPr/>
        </p:nvSpPr>
        <p:spPr>
          <a:xfrm>
            <a:off x="13431104" y="3430246"/>
            <a:ext cx="4129344" cy="3651861"/>
          </a:xfrm>
          <a:custGeom>
            <a:avLst/>
            <a:gdLst/>
            <a:ahLst/>
            <a:cxnLst/>
            <a:rect l="l" t="t" r="r" b="b"/>
            <a:pathLst>
              <a:path w="4129344" h="3651861" extrusionOk="0">
                <a:moveTo>
                  <a:pt x="0" y="0"/>
                </a:moveTo>
                <a:lnTo>
                  <a:pt x="4129344" y="0"/>
                </a:lnTo>
                <a:lnTo>
                  <a:pt x="4129344" y="3651861"/>
                </a:lnTo>
                <a:lnTo>
                  <a:pt x="0" y="36518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/>
          <p:nvPr/>
        </p:nvSpPr>
        <p:spPr>
          <a:xfrm>
            <a:off x="403554" y="3410818"/>
            <a:ext cx="4384636" cy="4443322"/>
          </a:xfrm>
          <a:custGeom>
            <a:avLst/>
            <a:gdLst/>
            <a:ahLst/>
            <a:cxnLst/>
            <a:rect l="l" t="t" r="r" b="b"/>
            <a:pathLst>
              <a:path w="4384636" h="4443322" extrusionOk="0">
                <a:moveTo>
                  <a:pt x="0" y="0"/>
                </a:moveTo>
                <a:lnTo>
                  <a:pt x="4384636" y="0"/>
                </a:lnTo>
                <a:lnTo>
                  <a:pt x="4384636" y="4443321"/>
                </a:lnTo>
                <a:lnTo>
                  <a:pt x="0" y="4443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4" name="Google Shape;184;p15"/>
          <p:cNvSpPr/>
          <p:nvPr/>
        </p:nvSpPr>
        <p:spPr>
          <a:xfrm>
            <a:off x="6727199" y="3943867"/>
            <a:ext cx="4833603" cy="3377224"/>
          </a:xfrm>
          <a:custGeom>
            <a:avLst/>
            <a:gdLst/>
            <a:ahLst/>
            <a:cxnLst/>
            <a:rect l="l" t="t" r="r" b="b"/>
            <a:pathLst>
              <a:path w="4833603" h="3377224" extrusionOk="0">
                <a:moveTo>
                  <a:pt x="0" y="0"/>
                </a:moveTo>
                <a:lnTo>
                  <a:pt x="4833602" y="0"/>
                </a:lnTo>
                <a:lnTo>
                  <a:pt x="4833602" y="3377224"/>
                </a:lnTo>
                <a:lnTo>
                  <a:pt x="0" y="3377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5" name="Google Shape;185;p15"/>
          <p:cNvSpPr/>
          <p:nvPr/>
        </p:nvSpPr>
        <p:spPr>
          <a:xfrm>
            <a:off x="13115362" y="3242680"/>
            <a:ext cx="4860753" cy="4443322"/>
          </a:xfrm>
          <a:custGeom>
            <a:avLst/>
            <a:gdLst/>
            <a:ahLst/>
            <a:cxnLst/>
            <a:rect l="l" t="t" r="r" b="b"/>
            <a:pathLst>
              <a:path w="4860753" h="4443322" extrusionOk="0">
                <a:moveTo>
                  <a:pt x="0" y="0"/>
                </a:moveTo>
                <a:lnTo>
                  <a:pt x="4860753" y="0"/>
                </a:lnTo>
                <a:lnTo>
                  <a:pt x="4860753" y="4443322"/>
                </a:lnTo>
                <a:lnTo>
                  <a:pt x="0" y="4443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/>
          <p:nvPr/>
        </p:nvSpPr>
        <p:spPr>
          <a:xfrm>
            <a:off x="1028700" y="2638960"/>
            <a:ext cx="5000488" cy="5009080"/>
          </a:xfrm>
          <a:custGeom>
            <a:avLst/>
            <a:gdLst/>
            <a:ahLst/>
            <a:cxnLst/>
            <a:rect l="l" t="t" r="r" b="b"/>
            <a:pathLst>
              <a:path w="5000488" h="5009080" extrusionOk="0">
                <a:moveTo>
                  <a:pt x="0" y="0"/>
                </a:moveTo>
                <a:lnTo>
                  <a:pt x="5000488" y="0"/>
                </a:lnTo>
                <a:lnTo>
                  <a:pt x="5000488" y="5009080"/>
                </a:lnTo>
                <a:lnTo>
                  <a:pt x="0" y="5009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1" name="Google Shape;191;p16"/>
          <p:cNvSpPr/>
          <p:nvPr/>
        </p:nvSpPr>
        <p:spPr>
          <a:xfrm>
            <a:off x="11964630" y="2750066"/>
            <a:ext cx="5294670" cy="4897974"/>
          </a:xfrm>
          <a:custGeom>
            <a:avLst/>
            <a:gdLst/>
            <a:ahLst/>
            <a:cxnLst/>
            <a:rect l="l" t="t" r="r" b="b"/>
            <a:pathLst>
              <a:path w="5294670" h="4897974" extrusionOk="0">
                <a:moveTo>
                  <a:pt x="0" y="0"/>
                </a:moveTo>
                <a:lnTo>
                  <a:pt x="5294670" y="0"/>
                </a:lnTo>
                <a:lnTo>
                  <a:pt x="5294670" y="4897974"/>
                </a:lnTo>
                <a:lnTo>
                  <a:pt x="0" y="48979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7" name="Google Shape;197;p17"/>
          <p:cNvSpPr/>
          <p:nvPr/>
        </p:nvSpPr>
        <p:spPr>
          <a:xfrm rot="-8319495">
            <a:off x="10682840" y="-33687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8" name="Google Shape;198;p17"/>
          <p:cNvSpPr/>
          <p:nvPr/>
        </p:nvSpPr>
        <p:spPr>
          <a:xfrm rot="-8319495">
            <a:off x="10835240" y="-32163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9" name="Google Shape;199;p17"/>
          <p:cNvSpPr/>
          <p:nvPr/>
        </p:nvSpPr>
        <p:spPr>
          <a:xfrm>
            <a:off x="767505" y="4473403"/>
            <a:ext cx="3183544" cy="1463698"/>
          </a:xfrm>
          <a:custGeom>
            <a:avLst/>
            <a:gdLst/>
            <a:ahLst/>
            <a:cxnLst/>
            <a:rect l="l" t="t" r="r" b="b"/>
            <a:pathLst>
              <a:path w="3183544" h="1463698" extrusionOk="0">
                <a:moveTo>
                  <a:pt x="0" y="0"/>
                </a:moveTo>
                <a:lnTo>
                  <a:pt x="3183543" y="0"/>
                </a:lnTo>
                <a:lnTo>
                  <a:pt x="3183543" y="1463699"/>
                </a:lnTo>
                <a:lnTo>
                  <a:pt x="0" y="14636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0" name="Google Shape;200;p17"/>
          <p:cNvSpPr/>
          <p:nvPr/>
        </p:nvSpPr>
        <p:spPr>
          <a:xfrm>
            <a:off x="5865912" y="4687036"/>
            <a:ext cx="1695359" cy="1036434"/>
          </a:xfrm>
          <a:custGeom>
            <a:avLst/>
            <a:gdLst/>
            <a:ahLst/>
            <a:cxnLst/>
            <a:rect l="l" t="t" r="r" b="b"/>
            <a:pathLst>
              <a:path w="1695359" h="1036434" extrusionOk="0">
                <a:moveTo>
                  <a:pt x="0" y="0"/>
                </a:moveTo>
                <a:lnTo>
                  <a:pt x="1695359" y="0"/>
                </a:lnTo>
                <a:lnTo>
                  <a:pt x="1695359" y="1036434"/>
                </a:lnTo>
                <a:lnTo>
                  <a:pt x="0" y="1036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1" name="Google Shape;201;p17"/>
          <p:cNvSpPr/>
          <p:nvPr/>
        </p:nvSpPr>
        <p:spPr>
          <a:xfrm>
            <a:off x="9843164" y="4355483"/>
            <a:ext cx="3120507" cy="1746699"/>
          </a:xfrm>
          <a:custGeom>
            <a:avLst/>
            <a:gdLst/>
            <a:ahLst/>
            <a:cxnLst/>
            <a:rect l="l" t="t" r="r" b="b"/>
            <a:pathLst>
              <a:path w="3120507" h="1746699" extrusionOk="0">
                <a:moveTo>
                  <a:pt x="0" y="0"/>
                </a:moveTo>
                <a:lnTo>
                  <a:pt x="3120507" y="0"/>
                </a:lnTo>
                <a:lnTo>
                  <a:pt x="3120507" y="1746699"/>
                </a:lnTo>
                <a:lnTo>
                  <a:pt x="0" y="17466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2" name="Google Shape;202;p17"/>
          <p:cNvSpPr/>
          <p:nvPr/>
        </p:nvSpPr>
        <p:spPr>
          <a:xfrm>
            <a:off x="14602133" y="4618694"/>
            <a:ext cx="2783966" cy="1173118"/>
          </a:xfrm>
          <a:custGeom>
            <a:avLst/>
            <a:gdLst/>
            <a:ahLst/>
            <a:cxnLst/>
            <a:rect l="l" t="t" r="r" b="b"/>
            <a:pathLst>
              <a:path w="2783966" h="1173118" extrusionOk="0">
                <a:moveTo>
                  <a:pt x="0" y="0"/>
                </a:moveTo>
                <a:lnTo>
                  <a:pt x="2783966" y="0"/>
                </a:lnTo>
                <a:lnTo>
                  <a:pt x="2783966" y="1173118"/>
                </a:lnTo>
                <a:lnTo>
                  <a:pt x="0" y="11731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3" name="Google Shape;203;p17"/>
          <p:cNvSpPr/>
          <p:nvPr/>
        </p:nvSpPr>
        <p:spPr>
          <a:xfrm>
            <a:off x="1171657" y="6689517"/>
            <a:ext cx="2375238" cy="2368490"/>
          </a:xfrm>
          <a:custGeom>
            <a:avLst/>
            <a:gdLst/>
            <a:ahLst/>
            <a:cxnLst/>
            <a:rect l="l" t="t" r="r" b="b"/>
            <a:pathLst>
              <a:path w="2375238" h="2368490" extrusionOk="0">
                <a:moveTo>
                  <a:pt x="0" y="0"/>
                </a:moveTo>
                <a:lnTo>
                  <a:pt x="2375239" y="0"/>
                </a:lnTo>
                <a:lnTo>
                  <a:pt x="2375239" y="2368490"/>
                </a:lnTo>
                <a:lnTo>
                  <a:pt x="0" y="2368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4" name="Google Shape;204;p17"/>
          <p:cNvSpPr/>
          <p:nvPr/>
        </p:nvSpPr>
        <p:spPr>
          <a:xfrm>
            <a:off x="5513876" y="7556100"/>
            <a:ext cx="2399430" cy="635325"/>
          </a:xfrm>
          <a:custGeom>
            <a:avLst/>
            <a:gdLst/>
            <a:ahLst/>
            <a:cxnLst/>
            <a:rect l="l" t="t" r="r" b="b"/>
            <a:pathLst>
              <a:path w="2399430" h="635325" extrusionOk="0">
                <a:moveTo>
                  <a:pt x="0" y="0"/>
                </a:moveTo>
                <a:lnTo>
                  <a:pt x="2399430" y="0"/>
                </a:lnTo>
                <a:lnTo>
                  <a:pt x="2399430" y="635324"/>
                </a:lnTo>
                <a:lnTo>
                  <a:pt x="0" y="6353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5" name="Google Shape;205;p17"/>
          <p:cNvSpPr/>
          <p:nvPr/>
        </p:nvSpPr>
        <p:spPr>
          <a:xfrm>
            <a:off x="10159764" y="7099865"/>
            <a:ext cx="2337748" cy="1547795"/>
          </a:xfrm>
          <a:custGeom>
            <a:avLst/>
            <a:gdLst/>
            <a:ahLst/>
            <a:cxnLst/>
            <a:rect l="l" t="t" r="r" b="b"/>
            <a:pathLst>
              <a:path w="2337748" h="1547795" extrusionOk="0">
                <a:moveTo>
                  <a:pt x="0" y="0"/>
                </a:moveTo>
                <a:lnTo>
                  <a:pt x="2337748" y="0"/>
                </a:lnTo>
                <a:lnTo>
                  <a:pt x="2337748" y="1547794"/>
                </a:lnTo>
                <a:lnTo>
                  <a:pt x="0" y="1547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6" name="Google Shape;206;p17"/>
          <p:cNvSpPr/>
          <p:nvPr/>
        </p:nvSpPr>
        <p:spPr>
          <a:xfrm>
            <a:off x="15012588" y="7248563"/>
            <a:ext cx="2373511" cy="1250398"/>
          </a:xfrm>
          <a:custGeom>
            <a:avLst/>
            <a:gdLst/>
            <a:ahLst/>
            <a:cxnLst/>
            <a:rect l="l" t="t" r="r" b="b"/>
            <a:pathLst>
              <a:path w="2373511" h="1250398" extrusionOk="0">
                <a:moveTo>
                  <a:pt x="0" y="0"/>
                </a:moveTo>
                <a:lnTo>
                  <a:pt x="2373511" y="0"/>
                </a:lnTo>
                <a:lnTo>
                  <a:pt x="2373511" y="1250398"/>
                </a:lnTo>
                <a:lnTo>
                  <a:pt x="0" y="125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7" name="Google Shape;207;p17"/>
          <p:cNvSpPr txBox="1"/>
          <p:nvPr/>
        </p:nvSpPr>
        <p:spPr>
          <a:xfrm>
            <a:off x="6475348" y="2905800"/>
            <a:ext cx="533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0" i="0" u="sng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Tecnologías utilizadas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3" name="Google Shape;213;p18"/>
          <p:cNvSpPr/>
          <p:nvPr/>
        </p:nvSpPr>
        <p:spPr>
          <a:xfrm rot="-8319495">
            <a:off x="10682840" y="-33687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4" name="Google Shape;214;p18"/>
          <p:cNvSpPr/>
          <p:nvPr/>
        </p:nvSpPr>
        <p:spPr>
          <a:xfrm rot="-8319495">
            <a:off x="10835240" y="-32163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5" name="Google Shape;215;p18"/>
          <p:cNvSpPr/>
          <p:nvPr/>
        </p:nvSpPr>
        <p:spPr>
          <a:xfrm>
            <a:off x="4946389" y="4115911"/>
            <a:ext cx="8395223" cy="3714886"/>
          </a:xfrm>
          <a:custGeom>
            <a:avLst/>
            <a:gdLst/>
            <a:ahLst/>
            <a:cxnLst/>
            <a:rect l="l" t="t" r="r" b="b"/>
            <a:pathLst>
              <a:path w="8395223" h="3714886" extrusionOk="0">
                <a:moveTo>
                  <a:pt x="0" y="0"/>
                </a:moveTo>
                <a:lnTo>
                  <a:pt x="8395222" y="0"/>
                </a:lnTo>
                <a:lnTo>
                  <a:pt x="8395222" y="3714886"/>
                </a:lnTo>
                <a:lnTo>
                  <a:pt x="0" y="3714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6" name="Google Shape;216;p18"/>
          <p:cNvSpPr txBox="1"/>
          <p:nvPr/>
        </p:nvSpPr>
        <p:spPr>
          <a:xfrm>
            <a:off x="6170996" y="2905800"/>
            <a:ext cx="594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0" i="0" u="sng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Tecnologías utilizadas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9" title="EcoFinder App — Mozilla Firefox 2025-11-19 02-50-0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13" y="243600"/>
            <a:ext cx="18232176" cy="97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" title="EcoFinder App — Mozilla Firefox 2025-11-19 03-11-49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8600"/>
            <a:ext cx="18288000" cy="9829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2" name="Google Shape;232;p21"/>
          <p:cNvSpPr/>
          <p:nvPr/>
        </p:nvSpPr>
        <p:spPr>
          <a:xfrm rot="-8319495">
            <a:off x="10682840" y="-33687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3" name="Google Shape;233;p21"/>
          <p:cNvSpPr/>
          <p:nvPr/>
        </p:nvSpPr>
        <p:spPr>
          <a:xfrm rot="-8319495">
            <a:off x="10835240" y="-32163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4" name="Google Shape;234;p21"/>
          <p:cNvSpPr/>
          <p:nvPr/>
        </p:nvSpPr>
        <p:spPr>
          <a:xfrm>
            <a:off x="1881627" y="3346063"/>
            <a:ext cx="14524747" cy="3594875"/>
          </a:xfrm>
          <a:custGeom>
            <a:avLst/>
            <a:gdLst/>
            <a:ahLst/>
            <a:cxnLst/>
            <a:rect l="l" t="t" r="r" b="b"/>
            <a:pathLst>
              <a:path w="14524747" h="3594875" extrusionOk="0">
                <a:moveTo>
                  <a:pt x="0" y="0"/>
                </a:moveTo>
                <a:lnTo>
                  <a:pt x="14524746" y="0"/>
                </a:lnTo>
                <a:lnTo>
                  <a:pt x="14524746" y="3594874"/>
                </a:lnTo>
                <a:lnTo>
                  <a:pt x="0" y="3594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0" name="Google Shape;240;p22"/>
          <p:cNvSpPr/>
          <p:nvPr/>
        </p:nvSpPr>
        <p:spPr>
          <a:xfrm rot="-8319495">
            <a:off x="10682840" y="-33687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1" name="Google Shape;241;p22"/>
          <p:cNvSpPr/>
          <p:nvPr/>
        </p:nvSpPr>
        <p:spPr>
          <a:xfrm rot="-8319495">
            <a:off x="10835240" y="-32163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2" name="Google Shape;242;p22"/>
          <p:cNvSpPr/>
          <p:nvPr/>
        </p:nvSpPr>
        <p:spPr>
          <a:xfrm>
            <a:off x="7801979" y="3742311"/>
            <a:ext cx="2684043" cy="3069742"/>
          </a:xfrm>
          <a:custGeom>
            <a:avLst/>
            <a:gdLst/>
            <a:ahLst/>
            <a:cxnLst/>
            <a:rect l="l" t="t" r="r" b="b"/>
            <a:pathLst>
              <a:path w="2684043" h="3069742" extrusionOk="0">
                <a:moveTo>
                  <a:pt x="0" y="0"/>
                </a:moveTo>
                <a:lnTo>
                  <a:pt x="2684042" y="0"/>
                </a:lnTo>
                <a:lnTo>
                  <a:pt x="2684042" y="3069742"/>
                </a:lnTo>
                <a:lnTo>
                  <a:pt x="0" y="3069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3" name="Google Shape;243;p22"/>
          <p:cNvSpPr txBox="1"/>
          <p:nvPr/>
        </p:nvSpPr>
        <p:spPr>
          <a:xfrm>
            <a:off x="6740099" y="2905800"/>
            <a:ext cx="4807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0" i="0" u="sng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Resultados obtenidos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9" name="Google Shape;249;p23"/>
          <p:cNvSpPr/>
          <p:nvPr/>
        </p:nvSpPr>
        <p:spPr>
          <a:xfrm rot="-8319495">
            <a:off x="10682840" y="-33687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0" name="Google Shape;250;p23"/>
          <p:cNvSpPr/>
          <p:nvPr/>
        </p:nvSpPr>
        <p:spPr>
          <a:xfrm rot="-8319495">
            <a:off x="10835240" y="-32163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1" name="Google Shape;251;p23"/>
          <p:cNvSpPr/>
          <p:nvPr/>
        </p:nvSpPr>
        <p:spPr>
          <a:xfrm>
            <a:off x="7575621" y="3717809"/>
            <a:ext cx="3136758" cy="3188606"/>
          </a:xfrm>
          <a:custGeom>
            <a:avLst/>
            <a:gdLst/>
            <a:ahLst/>
            <a:cxnLst/>
            <a:rect l="l" t="t" r="r" b="b"/>
            <a:pathLst>
              <a:path w="3136758" h="3188606" extrusionOk="0">
                <a:moveTo>
                  <a:pt x="0" y="0"/>
                </a:moveTo>
                <a:lnTo>
                  <a:pt x="3136758" y="0"/>
                </a:lnTo>
                <a:lnTo>
                  <a:pt x="3136758" y="3188605"/>
                </a:lnTo>
                <a:lnTo>
                  <a:pt x="0" y="31886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2" name="Google Shape;252;p23"/>
          <p:cNvSpPr txBox="1"/>
          <p:nvPr/>
        </p:nvSpPr>
        <p:spPr>
          <a:xfrm>
            <a:off x="4095300" y="2905800"/>
            <a:ext cx="1009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0" i="0" u="sng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8" name="Google Shape;258;p24"/>
          <p:cNvSpPr/>
          <p:nvPr/>
        </p:nvSpPr>
        <p:spPr>
          <a:xfrm rot="-8319495">
            <a:off x="10682840" y="-33687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9" name="Google Shape;259;p24"/>
          <p:cNvSpPr/>
          <p:nvPr/>
        </p:nvSpPr>
        <p:spPr>
          <a:xfrm rot="-8319495">
            <a:off x="10835240" y="-3216356"/>
            <a:ext cx="11201842" cy="6271511"/>
          </a:xfrm>
          <a:custGeom>
            <a:avLst/>
            <a:gdLst/>
            <a:ahLst/>
            <a:cxnLst/>
            <a:rect l="l" t="t" r="r" b="b"/>
            <a:pathLst>
              <a:path w="11201842" h="6271511" extrusionOk="0">
                <a:moveTo>
                  <a:pt x="0" y="0"/>
                </a:moveTo>
                <a:lnTo>
                  <a:pt x="11201842" y="0"/>
                </a:lnTo>
                <a:lnTo>
                  <a:pt x="11201842" y="6271511"/>
                </a:lnTo>
                <a:lnTo>
                  <a:pt x="0" y="6271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0" name="Google Shape;260;p24"/>
          <p:cNvSpPr/>
          <p:nvPr/>
        </p:nvSpPr>
        <p:spPr>
          <a:xfrm>
            <a:off x="7534657" y="3974684"/>
            <a:ext cx="3218686" cy="2337633"/>
          </a:xfrm>
          <a:custGeom>
            <a:avLst/>
            <a:gdLst/>
            <a:ahLst/>
            <a:cxnLst/>
            <a:rect l="l" t="t" r="r" b="b"/>
            <a:pathLst>
              <a:path w="3218686" h="2337633" extrusionOk="0">
                <a:moveTo>
                  <a:pt x="0" y="0"/>
                </a:moveTo>
                <a:lnTo>
                  <a:pt x="3218686" y="0"/>
                </a:lnTo>
                <a:lnTo>
                  <a:pt x="3218686" y="2337632"/>
                </a:lnTo>
                <a:lnTo>
                  <a:pt x="0" y="2337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1" name="Google Shape;261;p24"/>
          <p:cNvSpPr txBox="1"/>
          <p:nvPr/>
        </p:nvSpPr>
        <p:spPr>
          <a:xfrm>
            <a:off x="6156000" y="2905800"/>
            <a:ext cx="59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0" i="0" u="sng" strike="noStrike" cap="non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Preguntas de la comisión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/>
          <p:nvPr/>
        </p:nvSpPr>
        <p:spPr>
          <a:xfrm>
            <a:off x="3562916" y="4791277"/>
            <a:ext cx="11162168" cy="1873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9" b="0" i="0" u="none" strike="noStrike" cap="none">
                <a:solidFill>
                  <a:srgbClr val="24341C"/>
                </a:solidFill>
                <a:latin typeface="Arial"/>
                <a:ea typeface="Arial"/>
                <a:cs typeface="Arial"/>
                <a:sym typeface="Arial"/>
              </a:rPr>
              <a:t>¡¡¡GRACIAS!!!</a:t>
            </a:r>
            <a:endParaRPr/>
          </a:p>
          <a:p>
            <a:pPr marL="0" marR="0" lvl="0" indent="0" algn="ctr" rtl="0">
              <a:lnSpc>
                <a:spcPct val="22039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399" b="0" i="0" u="none" strike="noStrike" cap="none">
              <a:solidFill>
                <a:srgbClr val="2434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5"/>
          <p:cNvSpPr/>
          <p:nvPr/>
        </p:nvSpPr>
        <p:spPr>
          <a:xfrm rot="2700000">
            <a:off x="-3885461" y="7056723"/>
            <a:ext cx="11282201" cy="6316502"/>
          </a:xfrm>
          <a:custGeom>
            <a:avLst/>
            <a:gdLst/>
            <a:ahLst/>
            <a:cxnLst/>
            <a:rect l="l" t="t" r="r" b="b"/>
            <a:pathLst>
              <a:path w="11282201" h="6316502" extrusionOk="0">
                <a:moveTo>
                  <a:pt x="0" y="0"/>
                </a:moveTo>
                <a:lnTo>
                  <a:pt x="11282202" y="0"/>
                </a:lnTo>
                <a:lnTo>
                  <a:pt x="11282202" y="6316501"/>
                </a:lnTo>
                <a:lnTo>
                  <a:pt x="0" y="6316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8" name="Google Shape;268;p25"/>
          <p:cNvSpPr/>
          <p:nvPr/>
        </p:nvSpPr>
        <p:spPr>
          <a:xfrm rot="-8319495">
            <a:off x="10576794" y="-3279500"/>
            <a:ext cx="11544459" cy="6463330"/>
          </a:xfrm>
          <a:custGeom>
            <a:avLst/>
            <a:gdLst/>
            <a:ahLst/>
            <a:cxnLst/>
            <a:rect l="l" t="t" r="r" b="b"/>
            <a:pathLst>
              <a:path w="11544459" h="6463330" extrusionOk="0">
                <a:moveTo>
                  <a:pt x="0" y="0"/>
                </a:moveTo>
                <a:lnTo>
                  <a:pt x="11544459" y="0"/>
                </a:lnTo>
                <a:lnTo>
                  <a:pt x="11544459" y="6463330"/>
                </a:lnTo>
                <a:lnTo>
                  <a:pt x="0" y="6463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9" name="Google Shape;269;p25"/>
          <p:cNvSpPr/>
          <p:nvPr/>
        </p:nvSpPr>
        <p:spPr>
          <a:xfrm>
            <a:off x="182880" y="298481"/>
            <a:ext cx="4352793" cy="1088198"/>
          </a:xfrm>
          <a:custGeom>
            <a:avLst/>
            <a:gdLst/>
            <a:ahLst/>
            <a:cxnLst/>
            <a:rect l="l" t="t" r="r" b="b"/>
            <a:pathLst>
              <a:path w="4352793" h="1088198" extrusionOk="0">
                <a:moveTo>
                  <a:pt x="0" y="0"/>
                </a:moveTo>
                <a:lnTo>
                  <a:pt x="4352793" y="0"/>
                </a:lnTo>
                <a:lnTo>
                  <a:pt x="4352793" y="1088198"/>
                </a:lnTo>
                <a:lnTo>
                  <a:pt x="0" y="108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Personalizado</PresentationFormat>
  <Paragraphs>26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Bricolage Grotesque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Mauricio Andres Pina Valenzuela</cp:lastModifiedBy>
  <cp:revision>1</cp:revision>
  <dcterms:created xsi:type="dcterms:W3CDTF">2006-08-16T00:00:00Z</dcterms:created>
  <dcterms:modified xsi:type="dcterms:W3CDTF">2025-11-29T04:24:03Z</dcterms:modified>
</cp:coreProperties>
</file>