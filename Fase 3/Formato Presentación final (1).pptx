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 err="1"/>
            <a:t>Elias</a:t>
          </a:r>
          <a:r>
            <a:rPr lang="es-CL" dirty="0"/>
            <a:t> </a:t>
          </a:r>
          <a:r>
            <a:rPr lang="es-CL" dirty="0" err="1"/>
            <a:t>Aveldaño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Mauricio Pina</a:t>
          </a:r>
          <a:br>
            <a:rPr lang="es-MX" dirty="0"/>
          </a:br>
          <a:r>
            <a:rPr lang="es-MX" dirty="0"/>
            <a:t>Cargo</a:t>
          </a:r>
        </a:p>
        <a:p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 dirty="0"/>
            <a:t>Ignacio Morales</a:t>
          </a:r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CF9DC02C-3268-4991-877D-AD0C9FD87016}">
      <dgm:prSet phldrT="[Texto]"/>
      <dgm:spPr/>
      <dgm:t>
        <a:bodyPr/>
        <a:lstStyle/>
        <a:p>
          <a:endParaRPr lang="es-CL" dirty="0"/>
        </a:p>
      </dgm:t>
    </dgm:pt>
    <dgm:pt modelId="{08FA5C45-862E-4CAF-A1A0-E610ADB722A5}" type="parTrans" cxnId="{74B67D08-E9CA-41D4-A237-96D6FF1C8566}">
      <dgm:prSet/>
      <dgm:spPr/>
      <dgm:t>
        <a:bodyPr/>
        <a:lstStyle/>
        <a:p>
          <a:endParaRPr lang="es-CL"/>
        </a:p>
      </dgm:t>
    </dgm:pt>
    <dgm:pt modelId="{1D812C7C-36F3-4AE9-8A1A-96E0BAFD0D76}" type="sibTrans" cxnId="{74B67D08-E9CA-41D4-A237-96D6FF1C8566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-12318" custLinFactNeighborY="-10787"/>
      <dgm:spPr/>
    </dgm:pt>
    <dgm:pt modelId="{9A7E2690-DE9C-4572-9BE5-B8C9A3B8BBB3}" type="pres">
      <dgm:prSet presAssocID="{78BFB295-8F5D-4286-B72B-79142F8F0E13}" presName="img" presStyleLbl="fgImgPlace1" presStyleIdx="0" presStyleCnt="3"/>
      <dgm:spPr/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/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 custLinFactNeighborX="-3586" custLinFactNeighborY="2839"/>
      <dgm:spPr/>
    </dgm:pt>
    <dgm:pt modelId="{7C6A764B-C67C-494C-B90E-7B3C3DDE54A4}" type="pres">
      <dgm:prSet presAssocID="{99FF0D0F-282A-4030-9AF5-3B7621881539}" presName="img" presStyleLbl="fgImgPlace1" presStyleIdx="2" presStyleCnt="3"/>
      <dgm:spPr/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74B67D08-E9CA-41D4-A237-96D6FF1C8566}" srcId="{99FF0D0F-282A-4030-9AF5-3B7621881539}" destId="{CF9DC02C-3268-4991-877D-AD0C9FD87016}" srcOrd="1" destOrd="0" parTransId="{08FA5C45-862E-4CAF-A1A0-E610ADB722A5}" sibTransId="{1D812C7C-36F3-4AE9-8A1A-96E0BAFD0D76}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C144675F-F735-4266-BB74-07D171279234}" type="presOf" srcId="{CF9DC02C-3268-4991-877D-AD0C9FD87016}" destId="{0E12AD21-08CC-4736-A269-DD5234F9D874}" srcOrd="1" destOrd="2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B031FFBE-7245-4020-9EFA-80301BD5CFBF}" type="presOf" srcId="{CF9DC02C-3268-4991-877D-AD0C9FD87016}" destId="{F36F4ED1-B414-46B8-A8C5-C0FB11F5CFBC}" srcOrd="0" destOrd="2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 err="1"/>
            <a:t>Elias</a:t>
          </a:r>
          <a:r>
            <a:rPr lang="es-CL" sz="2600" kern="1200" dirty="0"/>
            <a:t> </a:t>
          </a:r>
          <a:r>
            <a:rPr lang="es-CL" sz="2600" kern="1200" dirty="0" err="1"/>
            <a:t>Aveldaño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Mauricio Pina</a:t>
          </a:r>
          <a:br>
            <a:rPr lang="es-MX" sz="2600" kern="1200" dirty="0"/>
          </a:br>
          <a:r>
            <a:rPr lang="es-MX" sz="2600" kern="1200" dirty="0"/>
            <a:t>Cargo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600" kern="1200" dirty="0"/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Ignacio Morales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Cargo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CL" sz="2000" kern="1200" dirty="0"/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372421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12092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88427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951551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180547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8627561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462781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694768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2887413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984993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821038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71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“Eco Finder”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265212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127753" y="2446140"/>
            <a:ext cx="29932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Descripción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Descripción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Desarrollar un prototipo funcional de aplicación </a:t>
            </a:r>
            <a:r>
              <a:rPr lang="es-MX" i="1" dirty="0" err="1"/>
              <a:t>cross-platform</a:t>
            </a:r>
            <a:r>
              <a:rPr lang="es-MX" dirty="0"/>
              <a:t> denominado </a:t>
            </a:r>
            <a:r>
              <a:rPr lang="es-MX" b="1" dirty="0" err="1"/>
              <a:t>EcoFinder</a:t>
            </a:r>
            <a:r>
              <a:rPr lang="es-MX" dirty="0"/>
              <a:t>, fundamentado en la Ingeniería Informática, con el propósito de </a:t>
            </a:r>
            <a:r>
              <a:rPr lang="es-MX" b="1" dirty="0"/>
              <a:t>incentivar la participación ciudadana en el reciclaje</a:t>
            </a:r>
            <a:r>
              <a:rPr lang="es-MX" dirty="0"/>
              <a:t> dentro de la Región Metropolitana mediante la implementación de un sistema de recompensas seguro y dinámico.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/>
              <a:t>Diseño e Implementación de Experiencia de Usuario.</a:t>
            </a:r>
            <a:endParaRPr lang="es-MX" dirty="0"/>
          </a:p>
          <a:p>
            <a:pPr algn="ctr"/>
            <a:r>
              <a:rPr lang="es-MX" b="1" dirty="0"/>
              <a:t>Integración de Sistemas de Geolocalización y Datos en Tiempo Real.</a:t>
            </a:r>
            <a:endParaRPr lang="es-MX" dirty="0"/>
          </a:p>
          <a:p>
            <a:pPr algn="ctr"/>
            <a:r>
              <a:rPr lang="es-MX" b="1" dirty="0"/>
              <a:t>Desarrollo del Módulo de Propuesta de Valor.</a:t>
            </a:r>
            <a:endParaRPr lang="es-MX" dirty="0"/>
          </a:p>
          <a:p>
            <a:pPr algn="ctr"/>
            <a:r>
              <a:rPr lang="es-MX" b="1" dirty="0"/>
              <a:t>Establecimiento de Arquitectura de Seguridad y Persistencia.</a:t>
            </a:r>
            <a:endParaRPr lang="es-MX" dirty="0"/>
          </a:p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834551" y="1320512"/>
            <a:ext cx="8522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0566"/>
              </p:ext>
            </p:extLst>
          </p:nvPr>
        </p:nvGraphicFramePr>
        <p:xfrm>
          <a:off x="1248696" y="2595717"/>
          <a:ext cx="10235372" cy="3618273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4883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i="1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Describe actividades del punto anterior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524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*Presentar esquema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“NOMBRE DEL PROYECTO”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Prisma, un toolkit para bases de datos (¿ORM?) para TypeScript y Node.js -  DEV Community">
            <a:extLst>
              <a:ext uri="{FF2B5EF4-FFF2-40B4-BE49-F238E27FC236}">
                <a16:creationId xmlns:a16="http://schemas.microsoft.com/office/drawing/2014/main" id="{A9CE8438-7374-B59D-D71C-7370E1470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733909" cy="173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4" descr="Prisma, un toolkit para bases de datos (¿ORM?) para TypeScript y Node.js -  DEV Community">
            <a:extLst>
              <a:ext uri="{FF2B5EF4-FFF2-40B4-BE49-F238E27FC236}">
                <a16:creationId xmlns:a16="http://schemas.microsoft.com/office/drawing/2014/main" id="{E07B9279-165F-D18B-ABE7-774C9B471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6" descr="Cover image for Prisma, un toolkit para bases de datos (¿ORM?) para TypeScript y Node.js">
            <a:extLst>
              <a:ext uri="{FF2B5EF4-FFF2-40B4-BE49-F238E27FC236}">
                <a16:creationId xmlns:a16="http://schemas.microsoft.com/office/drawing/2014/main" id="{0120DD59-1825-E8D4-8FCF-CE572FB186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2401019" cy="240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B6C590-B266-DD54-AE85-F776456A9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08" y="1855350"/>
            <a:ext cx="2181764" cy="91803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2AC4EA6-0D22-FBF9-BB86-25B8FE823A0E}"/>
              </a:ext>
            </a:extLst>
          </p:cNvPr>
          <p:cNvSpPr txBox="1"/>
          <p:nvPr/>
        </p:nvSpPr>
        <p:spPr>
          <a:xfrm>
            <a:off x="1427205" y="2773381"/>
            <a:ext cx="1933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BASE DE DATOS</a:t>
            </a:r>
          </a:p>
        </p:txBody>
      </p:sp>
      <p:pic>
        <p:nvPicPr>
          <p:cNvPr id="1032" name="Picture 8" descr="Qué es CSS: Ventajas y funcionamiento Yeeply">
            <a:extLst>
              <a:ext uri="{FF2B5EF4-FFF2-40B4-BE49-F238E27FC236}">
                <a16:creationId xmlns:a16="http://schemas.microsoft.com/office/drawing/2014/main" id="{9C7D6170-00B7-6442-9542-341EC4B78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617" y="2078986"/>
            <a:ext cx="1311473" cy="918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2BA123B-3FE1-01BF-8EA2-EFA21FDC8392}"/>
              </a:ext>
            </a:extLst>
          </p:cNvPr>
          <p:cNvSpPr txBox="1"/>
          <p:nvPr/>
        </p:nvSpPr>
        <p:spPr>
          <a:xfrm>
            <a:off x="4211923" y="3142713"/>
            <a:ext cx="117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DISEÑO</a:t>
            </a: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544127" y="1439709"/>
            <a:ext cx="85257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000664" y="1386652"/>
            <a:ext cx="101906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387</TotalTime>
  <Words>344</Words>
  <Application>Microsoft Office PowerPoint</Application>
  <PresentationFormat>Panorámica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Calibri</vt:lpstr>
      <vt:lpstr>Franklin Gothic Book</vt:lpstr>
      <vt:lpstr>Recorte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IGNACIO ESTEBAN MORALES AROSTICA</cp:lastModifiedBy>
  <cp:revision>4</cp:revision>
  <dcterms:created xsi:type="dcterms:W3CDTF">2023-10-28T21:12:11Z</dcterms:created>
  <dcterms:modified xsi:type="dcterms:W3CDTF">2025-11-18T18:56:47Z</dcterms:modified>
</cp:coreProperties>
</file>